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95" r:id="rId1"/>
  </p:sldMasterIdLst>
  <p:sldIdLst>
    <p:sldId id="257" r:id="rId2"/>
    <p:sldId id="258" r:id="rId3"/>
    <p:sldId id="266" r:id="rId4"/>
    <p:sldId id="267" r:id="rId5"/>
    <p:sldId id="268" r:id="rId6"/>
    <p:sldId id="269" r:id="rId7"/>
    <p:sldId id="270" r:id="rId8"/>
    <p:sldId id="271" r:id="rId9"/>
    <p:sldId id="272" r:id="rId10"/>
    <p:sldId id="273" r:id="rId11"/>
    <p:sldId id="274" r:id="rId12"/>
    <p:sldId id="260" r:id="rId13"/>
    <p:sldId id="261" r:id="rId14"/>
    <p:sldId id="262" r:id="rId15"/>
    <p:sldId id="275" r:id="rId16"/>
    <p:sldId id="276" r:id="rId17"/>
    <p:sldId id="277" r:id="rId18"/>
    <p:sldId id="278" r:id="rId19"/>
    <p:sldId id="279" r:id="rId20"/>
    <p:sldId id="280" r:id="rId21"/>
    <p:sldId id="264" r:id="rId22"/>
    <p:sldId id="265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F98FE1E-2DAC-4FDE-9551-B14954F93C98}" v="12" dt="2026-06-09T06:22:45.83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3" d="100"/>
          <a:sy n="73" d="100"/>
        </p:scale>
        <p:origin x="107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andni Kalchuri" userId="23c219695ec52bba" providerId="LiveId" clId="{E5F3B731-3954-40E6-9C5A-878A15781016}"/>
    <pc:docChg chg="undo custSel addSld delSld modSld">
      <pc:chgData name="Chandni Kalchuri" userId="23c219695ec52bba" providerId="LiveId" clId="{E5F3B731-3954-40E6-9C5A-878A15781016}" dt="2026-06-09T06:25:28.590" v="355" actId="1076"/>
      <pc:docMkLst>
        <pc:docMk/>
      </pc:docMkLst>
      <pc:sldChg chg="modSp mod">
        <pc:chgData name="Chandni Kalchuri" userId="23c219695ec52bba" providerId="LiveId" clId="{E5F3B731-3954-40E6-9C5A-878A15781016}" dt="2026-06-09T06:06:11.865" v="280" actId="2711"/>
        <pc:sldMkLst>
          <pc:docMk/>
          <pc:sldMk cId="1595612112" sldId="257"/>
        </pc:sldMkLst>
        <pc:spChg chg="mod">
          <ac:chgData name="Chandni Kalchuri" userId="23c219695ec52bba" providerId="LiveId" clId="{E5F3B731-3954-40E6-9C5A-878A15781016}" dt="2026-06-09T06:05:14.178" v="271" actId="1076"/>
          <ac:spMkLst>
            <pc:docMk/>
            <pc:sldMk cId="1595612112" sldId="257"/>
            <ac:spMk id="4" creationId="{4F8C1BAB-E811-49C9-8974-B88CBFF5F4EF}"/>
          </ac:spMkLst>
        </pc:spChg>
        <pc:spChg chg="mod">
          <ac:chgData name="Chandni Kalchuri" userId="23c219695ec52bba" providerId="LiveId" clId="{E5F3B731-3954-40E6-9C5A-878A15781016}" dt="2026-06-09T06:06:11.865" v="280" actId="2711"/>
          <ac:spMkLst>
            <pc:docMk/>
            <pc:sldMk cId="1595612112" sldId="257"/>
            <ac:spMk id="5" creationId="{54846B0D-D803-0D5F-DD30-327291DC5608}"/>
          </ac:spMkLst>
        </pc:spChg>
        <pc:spChg chg="mod">
          <ac:chgData name="Chandni Kalchuri" userId="23c219695ec52bba" providerId="LiveId" clId="{E5F3B731-3954-40E6-9C5A-878A15781016}" dt="2026-06-09T06:05:29.592" v="274" actId="404"/>
          <ac:spMkLst>
            <pc:docMk/>
            <pc:sldMk cId="1595612112" sldId="257"/>
            <ac:spMk id="6" creationId="{6158F99B-051D-7350-7534-4ABFD451368C}"/>
          </ac:spMkLst>
        </pc:spChg>
        <pc:spChg chg="mod">
          <ac:chgData name="Chandni Kalchuri" userId="23c219695ec52bba" providerId="LiveId" clId="{E5F3B731-3954-40E6-9C5A-878A15781016}" dt="2026-06-09T06:05:35.752" v="275" actId="1076"/>
          <ac:spMkLst>
            <pc:docMk/>
            <pc:sldMk cId="1595612112" sldId="257"/>
            <ac:spMk id="7" creationId="{EF07851C-B66C-9D9E-89A4-35D721150BCE}"/>
          </ac:spMkLst>
        </pc:spChg>
        <pc:spChg chg="mod">
          <ac:chgData name="Chandni Kalchuri" userId="23c219695ec52bba" providerId="LiveId" clId="{E5F3B731-3954-40E6-9C5A-878A15781016}" dt="2026-06-09T06:06:05.724" v="278" actId="2711"/>
          <ac:spMkLst>
            <pc:docMk/>
            <pc:sldMk cId="1595612112" sldId="257"/>
            <ac:spMk id="9" creationId="{9039F1E3-3CDF-2E94-59D8-71D8F5F9B06C}"/>
          </ac:spMkLst>
        </pc:spChg>
      </pc:sldChg>
      <pc:sldChg chg="modSp mod">
        <pc:chgData name="Chandni Kalchuri" userId="23c219695ec52bba" providerId="LiveId" clId="{E5F3B731-3954-40E6-9C5A-878A15781016}" dt="2026-06-09T06:08:42.041" v="296" actId="1076"/>
        <pc:sldMkLst>
          <pc:docMk/>
          <pc:sldMk cId="2312845966" sldId="258"/>
        </pc:sldMkLst>
        <pc:spChg chg="mod">
          <ac:chgData name="Chandni Kalchuri" userId="23c219695ec52bba" providerId="LiveId" clId="{E5F3B731-3954-40E6-9C5A-878A15781016}" dt="2026-06-09T06:08:42.041" v="296" actId="1076"/>
          <ac:spMkLst>
            <pc:docMk/>
            <pc:sldMk cId="2312845966" sldId="258"/>
            <ac:spMk id="5" creationId="{6A280928-667C-9DE4-A2CD-E32BDF5375AE}"/>
          </ac:spMkLst>
        </pc:spChg>
        <pc:spChg chg="mod">
          <ac:chgData name="Chandni Kalchuri" userId="23c219695ec52bba" providerId="LiveId" clId="{E5F3B731-3954-40E6-9C5A-878A15781016}" dt="2026-06-09T06:06:47.165" v="283" actId="1076"/>
          <ac:spMkLst>
            <pc:docMk/>
            <pc:sldMk cId="2312845966" sldId="258"/>
            <ac:spMk id="10" creationId="{CD1806E3-7F37-54CA-2DA8-ED2A05EA2D3A}"/>
          </ac:spMkLst>
        </pc:spChg>
      </pc:sldChg>
      <pc:sldChg chg="modSp mod">
        <pc:chgData name="Chandni Kalchuri" userId="23c219695ec52bba" providerId="LiveId" clId="{E5F3B731-3954-40E6-9C5A-878A15781016}" dt="2026-06-09T05:29:20.090" v="1" actId="1076"/>
        <pc:sldMkLst>
          <pc:docMk/>
          <pc:sldMk cId="630537149" sldId="262"/>
        </pc:sldMkLst>
        <pc:picChg chg="mod">
          <ac:chgData name="Chandni Kalchuri" userId="23c219695ec52bba" providerId="LiveId" clId="{E5F3B731-3954-40E6-9C5A-878A15781016}" dt="2026-06-09T05:29:20.090" v="1" actId="1076"/>
          <ac:picMkLst>
            <pc:docMk/>
            <pc:sldMk cId="630537149" sldId="262"/>
            <ac:picMk id="8" creationId="{1A2F7AD5-EEDD-2F2F-3BC6-879452FC0B84}"/>
          </ac:picMkLst>
        </pc:picChg>
      </pc:sldChg>
      <pc:sldChg chg="modSp del mod">
        <pc:chgData name="Chandni Kalchuri" userId="23c219695ec52bba" providerId="LiveId" clId="{E5F3B731-3954-40E6-9C5A-878A15781016}" dt="2026-06-09T06:13:52.942" v="303" actId="2696"/>
        <pc:sldMkLst>
          <pc:docMk/>
          <pc:sldMk cId="2707997209" sldId="263"/>
        </pc:sldMkLst>
        <pc:graphicFrameChg chg="modGraphic">
          <ac:chgData name="Chandni Kalchuri" userId="23c219695ec52bba" providerId="LiveId" clId="{E5F3B731-3954-40E6-9C5A-878A15781016}" dt="2026-06-09T05:43:31.134" v="62" actId="14734"/>
          <ac:graphicFrameMkLst>
            <pc:docMk/>
            <pc:sldMk cId="2707997209" sldId="263"/>
            <ac:graphicFrameMk id="2" creationId="{0E265130-7110-256D-8789-9114E80D6AC5}"/>
          </ac:graphicFrameMkLst>
        </pc:graphicFrameChg>
      </pc:sldChg>
      <pc:sldChg chg="modSp mod">
        <pc:chgData name="Chandni Kalchuri" userId="23c219695ec52bba" providerId="LiveId" clId="{E5F3B731-3954-40E6-9C5A-878A15781016}" dt="2026-06-09T06:25:28.590" v="355" actId="1076"/>
        <pc:sldMkLst>
          <pc:docMk/>
          <pc:sldMk cId="1844704282" sldId="264"/>
        </pc:sldMkLst>
        <pc:spChg chg="mod">
          <ac:chgData name="Chandni Kalchuri" userId="23c219695ec52bba" providerId="LiveId" clId="{E5F3B731-3954-40E6-9C5A-878A15781016}" dt="2026-06-09T06:24:25.400" v="346" actId="1076"/>
          <ac:spMkLst>
            <pc:docMk/>
            <pc:sldMk cId="1844704282" sldId="264"/>
            <ac:spMk id="3" creationId="{02245582-3D68-D5B6-7212-1BDCE8A45DCD}"/>
          </ac:spMkLst>
        </pc:spChg>
        <pc:spChg chg="mod">
          <ac:chgData name="Chandni Kalchuri" userId="23c219695ec52bba" providerId="LiveId" clId="{E5F3B731-3954-40E6-9C5A-878A15781016}" dt="2026-06-09T06:25:07.312" v="353" actId="113"/>
          <ac:spMkLst>
            <pc:docMk/>
            <pc:sldMk cId="1844704282" sldId="264"/>
            <ac:spMk id="5" creationId="{009503FE-7832-BDD8-E4C8-59DAAE85F4EF}"/>
          </ac:spMkLst>
        </pc:spChg>
        <pc:picChg chg="mod">
          <ac:chgData name="Chandni Kalchuri" userId="23c219695ec52bba" providerId="LiveId" clId="{E5F3B731-3954-40E6-9C5A-878A15781016}" dt="2026-06-09T06:25:28.590" v="355" actId="1076"/>
          <ac:picMkLst>
            <pc:docMk/>
            <pc:sldMk cId="1844704282" sldId="264"/>
            <ac:picMk id="6" creationId="{3176F45A-7330-AA27-A5CE-F14E0F1E89F4}"/>
          </ac:picMkLst>
        </pc:picChg>
      </pc:sldChg>
      <pc:sldChg chg="addSp delSp modSp mod">
        <pc:chgData name="Chandni Kalchuri" userId="23c219695ec52bba" providerId="LiveId" clId="{E5F3B731-3954-40E6-9C5A-878A15781016}" dt="2026-06-09T06:09:26.963" v="299" actId="1076"/>
        <pc:sldMkLst>
          <pc:docMk/>
          <pc:sldMk cId="1636066349" sldId="267"/>
        </pc:sldMkLst>
        <pc:spChg chg="mod">
          <ac:chgData name="Chandni Kalchuri" userId="23c219695ec52bba" providerId="LiveId" clId="{E5F3B731-3954-40E6-9C5A-878A15781016}" dt="2026-06-09T06:09:26.963" v="299" actId="1076"/>
          <ac:spMkLst>
            <pc:docMk/>
            <pc:sldMk cId="1636066349" sldId="267"/>
            <ac:spMk id="5" creationId="{3CC0C4E4-C78D-4551-C2A0-BA538C8B2E76}"/>
          </ac:spMkLst>
        </pc:spChg>
        <pc:picChg chg="del mod">
          <ac:chgData name="Chandni Kalchuri" userId="23c219695ec52bba" providerId="LiveId" clId="{E5F3B731-3954-40E6-9C5A-878A15781016}" dt="2026-06-09T05:35:35.398" v="3" actId="478"/>
          <ac:picMkLst>
            <pc:docMk/>
            <pc:sldMk cId="1636066349" sldId="267"/>
            <ac:picMk id="3" creationId="{688AF1AB-CA2E-C4D0-4642-2D47BB91CDCE}"/>
          </ac:picMkLst>
        </pc:picChg>
        <pc:picChg chg="add del mod">
          <ac:chgData name="Chandni Kalchuri" userId="23c219695ec52bba" providerId="LiveId" clId="{E5F3B731-3954-40E6-9C5A-878A15781016}" dt="2026-06-09T05:36:49.115" v="11" actId="478"/>
          <ac:picMkLst>
            <pc:docMk/>
            <pc:sldMk cId="1636066349" sldId="267"/>
            <ac:picMk id="4" creationId="{727487D2-FACF-43EB-8928-F44A048215C4}"/>
          </ac:picMkLst>
        </pc:picChg>
        <pc:picChg chg="add mod">
          <ac:chgData name="Chandni Kalchuri" userId="23c219695ec52bba" providerId="LiveId" clId="{E5F3B731-3954-40E6-9C5A-878A15781016}" dt="2026-06-09T05:37:09.844" v="18" actId="1076"/>
          <ac:picMkLst>
            <pc:docMk/>
            <pc:sldMk cId="1636066349" sldId="267"/>
            <ac:picMk id="8" creationId="{25400236-7151-FAE8-EB1A-69C832A9E139}"/>
          </ac:picMkLst>
        </pc:picChg>
      </pc:sldChg>
      <pc:sldChg chg="modSp mod">
        <pc:chgData name="Chandni Kalchuri" userId="23c219695ec52bba" providerId="LiveId" clId="{E5F3B731-3954-40E6-9C5A-878A15781016}" dt="2026-06-09T06:09:36.698" v="300" actId="403"/>
        <pc:sldMkLst>
          <pc:docMk/>
          <pc:sldMk cId="3435636275" sldId="268"/>
        </pc:sldMkLst>
        <pc:spChg chg="mod">
          <ac:chgData name="Chandni Kalchuri" userId="23c219695ec52bba" providerId="LiveId" clId="{E5F3B731-3954-40E6-9C5A-878A15781016}" dt="2026-06-09T06:09:36.698" v="300" actId="403"/>
          <ac:spMkLst>
            <pc:docMk/>
            <pc:sldMk cId="3435636275" sldId="268"/>
            <ac:spMk id="3" creationId="{A97411A8-4765-D790-5D96-185B6010C5B4}"/>
          </ac:spMkLst>
        </pc:spChg>
      </pc:sldChg>
      <pc:sldChg chg="modSp mod">
        <pc:chgData name="Chandni Kalchuri" userId="23c219695ec52bba" providerId="LiveId" clId="{E5F3B731-3954-40E6-9C5A-878A15781016}" dt="2026-06-09T06:10:03.412" v="301" actId="14100"/>
        <pc:sldMkLst>
          <pc:docMk/>
          <pc:sldMk cId="3353039648" sldId="269"/>
        </pc:sldMkLst>
        <pc:spChg chg="mod">
          <ac:chgData name="Chandni Kalchuri" userId="23c219695ec52bba" providerId="LiveId" clId="{E5F3B731-3954-40E6-9C5A-878A15781016}" dt="2026-06-09T06:10:03.412" v="301" actId="14100"/>
          <ac:spMkLst>
            <pc:docMk/>
            <pc:sldMk cId="3353039648" sldId="269"/>
            <ac:spMk id="7" creationId="{8A664BCD-FA8B-BBA6-D3E5-6BB4BC4DFB1E}"/>
          </ac:spMkLst>
        </pc:spChg>
      </pc:sldChg>
      <pc:sldChg chg="modSp mod">
        <pc:chgData name="Chandni Kalchuri" userId="23c219695ec52bba" providerId="LiveId" clId="{E5F3B731-3954-40E6-9C5A-878A15781016}" dt="2026-06-09T06:10:50.195" v="302" actId="1076"/>
        <pc:sldMkLst>
          <pc:docMk/>
          <pc:sldMk cId="2241784197" sldId="270"/>
        </pc:sldMkLst>
        <pc:spChg chg="mod">
          <ac:chgData name="Chandni Kalchuri" userId="23c219695ec52bba" providerId="LiveId" clId="{E5F3B731-3954-40E6-9C5A-878A15781016}" dt="2026-06-09T06:10:50.195" v="302" actId="1076"/>
          <ac:spMkLst>
            <pc:docMk/>
            <pc:sldMk cId="2241784197" sldId="270"/>
            <ac:spMk id="7" creationId="{26C3581F-9AF9-D2F8-B684-98775D52345C}"/>
          </ac:spMkLst>
        </pc:spChg>
      </pc:sldChg>
      <pc:sldChg chg="addSp delSp modSp mod">
        <pc:chgData name="Chandni Kalchuri" userId="23c219695ec52bba" providerId="LiveId" clId="{E5F3B731-3954-40E6-9C5A-878A15781016}" dt="2026-06-09T06:01:49.377" v="261" actId="1440"/>
        <pc:sldMkLst>
          <pc:docMk/>
          <pc:sldMk cId="3486592032" sldId="275"/>
        </pc:sldMkLst>
        <pc:spChg chg="add mod">
          <ac:chgData name="Chandni Kalchuri" userId="23c219695ec52bba" providerId="LiveId" clId="{E5F3B731-3954-40E6-9C5A-878A15781016}" dt="2026-06-09T06:01:46.006" v="260" actId="1076"/>
          <ac:spMkLst>
            <pc:docMk/>
            <pc:sldMk cId="3486592032" sldId="275"/>
            <ac:spMk id="7" creationId="{E8F82652-9860-B445-4879-B6C45F7B4018}"/>
          </ac:spMkLst>
        </pc:spChg>
        <pc:picChg chg="del">
          <ac:chgData name="Chandni Kalchuri" userId="23c219695ec52bba" providerId="LiveId" clId="{E5F3B731-3954-40E6-9C5A-878A15781016}" dt="2026-06-09T05:59:32.886" v="231" actId="478"/>
          <ac:picMkLst>
            <pc:docMk/>
            <pc:sldMk cId="3486592032" sldId="275"/>
            <ac:picMk id="3" creationId="{15070BF0-0AEB-209B-0E71-4C2F487EFBFD}"/>
          </ac:picMkLst>
        </pc:picChg>
        <pc:picChg chg="add mod">
          <ac:chgData name="Chandni Kalchuri" userId="23c219695ec52bba" providerId="LiveId" clId="{E5F3B731-3954-40E6-9C5A-878A15781016}" dt="2026-06-09T06:01:49.377" v="261" actId="1440"/>
          <ac:picMkLst>
            <pc:docMk/>
            <pc:sldMk cId="3486592032" sldId="275"/>
            <ac:picMk id="4" creationId="{8E9D9DD4-27C0-C88B-FC6C-090E0FB3CAAC}"/>
          </ac:picMkLst>
        </pc:picChg>
      </pc:sldChg>
      <pc:sldChg chg="new del">
        <pc:chgData name="Chandni Kalchuri" userId="23c219695ec52bba" providerId="LiveId" clId="{E5F3B731-3954-40E6-9C5A-878A15781016}" dt="2026-06-09T05:37:25.732" v="19" actId="2696"/>
        <pc:sldMkLst>
          <pc:docMk/>
          <pc:sldMk cId="1801655946" sldId="276"/>
        </pc:sldMkLst>
      </pc:sldChg>
      <pc:sldChg chg="addSp modSp new mod">
        <pc:chgData name="Chandni Kalchuri" userId="23c219695ec52bba" providerId="LiveId" clId="{E5F3B731-3954-40E6-9C5A-878A15781016}" dt="2026-06-09T05:42:42.256" v="60" actId="113"/>
        <pc:sldMkLst>
          <pc:docMk/>
          <pc:sldMk cId="1964975021" sldId="276"/>
        </pc:sldMkLst>
        <pc:spChg chg="add mod">
          <ac:chgData name="Chandni Kalchuri" userId="23c219695ec52bba" providerId="LiveId" clId="{E5F3B731-3954-40E6-9C5A-878A15781016}" dt="2026-06-09T05:40:56.658" v="34" actId="404"/>
          <ac:spMkLst>
            <pc:docMk/>
            <pc:sldMk cId="1964975021" sldId="276"/>
            <ac:spMk id="3" creationId="{093788CD-3FE0-910B-E777-C67400DDF52A}"/>
          </ac:spMkLst>
        </pc:spChg>
        <pc:spChg chg="add mod">
          <ac:chgData name="Chandni Kalchuri" userId="23c219695ec52bba" providerId="LiveId" clId="{E5F3B731-3954-40E6-9C5A-878A15781016}" dt="2026-06-09T05:42:42.256" v="60" actId="113"/>
          <ac:spMkLst>
            <pc:docMk/>
            <pc:sldMk cId="1964975021" sldId="276"/>
            <ac:spMk id="5" creationId="{2440A80D-BA00-0B71-829B-86BB68993AA0}"/>
          </ac:spMkLst>
        </pc:spChg>
      </pc:sldChg>
      <pc:sldChg chg="addSp modSp new mod">
        <pc:chgData name="Chandni Kalchuri" userId="23c219695ec52bba" providerId="LiveId" clId="{E5F3B731-3954-40E6-9C5A-878A15781016}" dt="2026-06-09T05:45:01.250" v="91" actId="1076"/>
        <pc:sldMkLst>
          <pc:docMk/>
          <pc:sldMk cId="988848744" sldId="277"/>
        </pc:sldMkLst>
        <pc:spChg chg="add mod">
          <ac:chgData name="Chandni Kalchuri" userId="23c219695ec52bba" providerId="LiveId" clId="{E5F3B731-3954-40E6-9C5A-878A15781016}" dt="2026-06-09T05:44:05.599" v="76" actId="1076"/>
          <ac:spMkLst>
            <pc:docMk/>
            <pc:sldMk cId="988848744" sldId="277"/>
            <ac:spMk id="3" creationId="{4F83983C-A533-BDC2-17D4-D8B7FB53C96F}"/>
          </ac:spMkLst>
        </pc:spChg>
        <pc:spChg chg="add mod">
          <ac:chgData name="Chandni Kalchuri" userId="23c219695ec52bba" providerId="LiveId" clId="{E5F3B731-3954-40E6-9C5A-878A15781016}" dt="2026-06-09T05:45:01.250" v="91" actId="1076"/>
          <ac:spMkLst>
            <pc:docMk/>
            <pc:sldMk cId="988848744" sldId="277"/>
            <ac:spMk id="5" creationId="{8760B1AB-B1D4-668B-FCBF-35318CDB7293}"/>
          </ac:spMkLst>
        </pc:spChg>
      </pc:sldChg>
      <pc:sldChg chg="addSp modSp new mod">
        <pc:chgData name="Chandni Kalchuri" userId="23c219695ec52bba" providerId="LiveId" clId="{E5F3B731-3954-40E6-9C5A-878A15781016}" dt="2026-06-09T05:57:46.917" v="230" actId="1076"/>
        <pc:sldMkLst>
          <pc:docMk/>
          <pc:sldMk cId="1751962170" sldId="278"/>
        </pc:sldMkLst>
        <pc:spChg chg="add mod">
          <ac:chgData name="Chandni Kalchuri" userId="23c219695ec52bba" providerId="LiveId" clId="{E5F3B731-3954-40E6-9C5A-878A15781016}" dt="2026-06-09T05:57:30.286" v="228" actId="1076"/>
          <ac:spMkLst>
            <pc:docMk/>
            <pc:sldMk cId="1751962170" sldId="278"/>
            <ac:spMk id="3" creationId="{7586A2E4-012B-60D6-ED98-B4220DF513C4}"/>
          </ac:spMkLst>
        </pc:spChg>
        <pc:spChg chg="add mod">
          <ac:chgData name="Chandni Kalchuri" userId="23c219695ec52bba" providerId="LiveId" clId="{E5F3B731-3954-40E6-9C5A-878A15781016}" dt="2026-06-09T05:57:38.165" v="229" actId="1076"/>
          <ac:spMkLst>
            <pc:docMk/>
            <pc:sldMk cId="1751962170" sldId="278"/>
            <ac:spMk id="6" creationId="{CD95F1F8-BCC8-81C9-79BF-AE3D043D1B79}"/>
          </ac:spMkLst>
        </pc:spChg>
        <pc:picChg chg="add mod">
          <ac:chgData name="Chandni Kalchuri" userId="23c219695ec52bba" providerId="LiveId" clId="{E5F3B731-3954-40E6-9C5A-878A15781016}" dt="2026-06-09T05:57:46.917" v="230" actId="1076"/>
          <ac:picMkLst>
            <pc:docMk/>
            <pc:sldMk cId="1751962170" sldId="278"/>
            <ac:picMk id="5" creationId="{748E5772-0E7C-167D-0C75-2E11E489676B}"/>
          </ac:picMkLst>
        </pc:picChg>
      </pc:sldChg>
      <pc:sldChg chg="addSp delSp modSp new mod">
        <pc:chgData name="Chandni Kalchuri" userId="23c219695ec52bba" providerId="LiveId" clId="{E5F3B731-3954-40E6-9C5A-878A15781016}" dt="2026-06-09T05:56:31.214" v="217" actId="115"/>
        <pc:sldMkLst>
          <pc:docMk/>
          <pc:sldMk cId="405884985" sldId="279"/>
        </pc:sldMkLst>
        <pc:spChg chg="add mod">
          <ac:chgData name="Chandni Kalchuri" userId="23c219695ec52bba" providerId="LiveId" clId="{E5F3B731-3954-40E6-9C5A-878A15781016}" dt="2026-06-09T05:56:31.214" v="217" actId="115"/>
          <ac:spMkLst>
            <pc:docMk/>
            <pc:sldMk cId="405884985" sldId="279"/>
            <ac:spMk id="2" creationId="{3F978355-2943-18B3-C2C8-1E8157A9A5B8}"/>
          </ac:spMkLst>
        </pc:spChg>
        <pc:picChg chg="add mod">
          <ac:chgData name="Chandni Kalchuri" userId="23c219695ec52bba" providerId="LiveId" clId="{E5F3B731-3954-40E6-9C5A-878A15781016}" dt="2026-06-09T05:52:54.033" v="184" actId="1440"/>
          <ac:picMkLst>
            <pc:docMk/>
            <pc:sldMk cId="405884985" sldId="279"/>
            <ac:picMk id="4" creationId="{62EAFE4B-3C1B-6B80-2B65-A66022692584}"/>
          </ac:picMkLst>
        </pc:picChg>
        <pc:picChg chg="add del">
          <ac:chgData name="Chandni Kalchuri" userId="23c219695ec52bba" providerId="LiveId" clId="{E5F3B731-3954-40E6-9C5A-878A15781016}" dt="2026-06-09T05:53:12.451" v="186" actId="22"/>
          <ac:picMkLst>
            <pc:docMk/>
            <pc:sldMk cId="405884985" sldId="279"/>
            <ac:picMk id="6" creationId="{CE1B53F9-C78D-9385-E635-242CFD6082E4}"/>
          </ac:picMkLst>
        </pc:picChg>
      </pc:sldChg>
      <pc:sldChg chg="addSp modSp new mod">
        <pc:chgData name="Chandni Kalchuri" userId="23c219695ec52bba" providerId="LiveId" clId="{E5F3B731-3954-40E6-9C5A-878A15781016}" dt="2026-06-09T05:55:46.037" v="212" actId="115"/>
        <pc:sldMkLst>
          <pc:docMk/>
          <pc:sldMk cId="2418934204" sldId="280"/>
        </pc:sldMkLst>
        <pc:spChg chg="add mod">
          <ac:chgData name="Chandni Kalchuri" userId="23c219695ec52bba" providerId="LiveId" clId="{E5F3B731-3954-40E6-9C5A-878A15781016}" dt="2026-06-09T05:55:46.037" v="212" actId="115"/>
          <ac:spMkLst>
            <pc:docMk/>
            <pc:sldMk cId="2418934204" sldId="280"/>
            <ac:spMk id="2" creationId="{9055AAC9-51EB-0D19-8757-781E2F60E2B7}"/>
          </ac:spMkLst>
        </pc:spChg>
        <pc:picChg chg="add mod">
          <ac:chgData name="Chandni Kalchuri" userId="23c219695ec52bba" providerId="LiveId" clId="{E5F3B731-3954-40E6-9C5A-878A15781016}" dt="2026-06-09T05:54:54.937" v="206" actId="1440"/>
          <ac:picMkLst>
            <pc:docMk/>
            <pc:sldMk cId="2418934204" sldId="280"/>
            <ac:picMk id="4" creationId="{5B8566DD-03B3-D66C-BDF8-2F7148899D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6627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933621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932473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574310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056161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680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9042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92517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1483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10149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791920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83249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17930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5898476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940887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0824356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23425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2CCC1809-2F29-4BBE-BA86-D16464B374CD}" type="datetimeFigureOut">
              <a:rPr lang="en-IN" smtClean="0"/>
              <a:t>09-06-2026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9B93032-6009-45EE-A33D-29A630F4AF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08567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6" r:id="rId1"/>
    <p:sldLayoutId id="2147483797" r:id="rId2"/>
    <p:sldLayoutId id="2147483798" r:id="rId3"/>
    <p:sldLayoutId id="2147483799" r:id="rId4"/>
    <p:sldLayoutId id="2147483800" r:id="rId5"/>
    <p:sldLayoutId id="2147483801" r:id="rId6"/>
    <p:sldLayoutId id="2147483802" r:id="rId7"/>
    <p:sldLayoutId id="2147483803" r:id="rId8"/>
    <p:sldLayoutId id="2147483804" r:id="rId9"/>
    <p:sldLayoutId id="2147483805" r:id="rId10"/>
    <p:sldLayoutId id="2147483806" r:id="rId11"/>
    <p:sldLayoutId id="2147483807" r:id="rId12"/>
    <p:sldLayoutId id="2147483808" r:id="rId13"/>
    <p:sldLayoutId id="2147483809" r:id="rId14"/>
    <p:sldLayoutId id="2147483810" r:id="rId15"/>
    <p:sldLayoutId id="2147483811" r:id="rId16"/>
    <p:sldLayoutId id="2147483812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6D870A77-B334-116B-E503-4A77C87AD7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2551" y="1268820"/>
            <a:ext cx="4109701" cy="508993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F8C1BAB-E811-49C9-8974-B88CBFF5F4EF}"/>
              </a:ext>
            </a:extLst>
          </p:cNvPr>
          <p:cNvSpPr txBox="1"/>
          <p:nvPr/>
        </p:nvSpPr>
        <p:spPr>
          <a:xfrm>
            <a:off x="1355835" y="1268820"/>
            <a:ext cx="675815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  <a:cs typeface="Arial" panose="020B0604020202020204" pitchFamily="34" charset="0"/>
              </a:rPr>
              <a:t>Bank Customer Churn Analysis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58F99B-051D-7350-7534-4ABFD451368C}"/>
              </a:ext>
            </a:extLst>
          </p:cNvPr>
          <p:cNvSpPr txBox="1"/>
          <p:nvPr/>
        </p:nvSpPr>
        <p:spPr>
          <a:xfrm>
            <a:off x="936372" y="2859682"/>
            <a:ext cx="58944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Identifying At-Risk Segments &amp; Driving Data-Driven Retention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F07851C-B66C-9D9E-89A4-35D721150BCE}"/>
              </a:ext>
            </a:extLst>
          </p:cNvPr>
          <p:cNvSpPr txBox="1"/>
          <p:nvPr/>
        </p:nvSpPr>
        <p:spPr>
          <a:xfrm>
            <a:off x="785442" y="4635210"/>
            <a:ext cx="470847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i="1" dirty="0">
                <a:latin typeface="Algerian" panose="04020705040A02060702" pitchFamily="82" charset="0"/>
              </a:rPr>
              <a:t>Chandni Kalchuri</a:t>
            </a:r>
            <a:endParaRPr lang="en-IN" sz="3600" i="1" dirty="0">
              <a:latin typeface="Algerian" panose="04020705040A02060702" pitchFamily="82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4846B0D-D803-0D5F-DD30-327291DC5608}"/>
              </a:ext>
            </a:extLst>
          </p:cNvPr>
          <p:cNvSpPr txBox="1"/>
          <p:nvPr/>
        </p:nvSpPr>
        <p:spPr>
          <a:xfrm>
            <a:off x="2563029" y="5887518"/>
            <a:ext cx="2680138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Arial" panose="020B0604020202020204" pitchFamily="34" charset="0"/>
                <a:cs typeface="Arial" panose="020B0604020202020204" pitchFamily="34" charset="0"/>
              </a:rPr>
              <a:t>Tools Used:</a:t>
            </a: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SQL | Power BI | Excel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039F1E3-3CDF-2E94-59D8-71D8F5F9B06C}"/>
              </a:ext>
            </a:extLst>
          </p:cNvPr>
          <p:cNvSpPr txBox="1"/>
          <p:nvPr/>
        </p:nvSpPr>
        <p:spPr>
          <a:xfrm>
            <a:off x="5493920" y="5887518"/>
            <a:ext cx="2535984" cy="6771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Arial" panose="020B0604020202020204" pitchFamily="34" charset="0"/>
                <a:cs typeface="Arial" panose="020B0604020202020204" pitchFamily="34" charset="0"/>
              </a:rPr>
              <a:t>Dataset Size: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10,000 Customers</a:t>
            </a:r>
          </a:p>
        </p:txBody>
      </p:sp>
    </p:spTree>
    <p:extLst>
      <p:ext uri="{BB962C8B-B14F-4D97-AF65-F5344CB8AC3E}">
        <p14:creationId xmlns:p14="http://schemas.microsoft.com/office/powerpoint/2010/main" val="15956121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FB39A18-9425-C01E-62C6-A21501D01979}"/>
              </a:ext>
            </a:extLst>
          </p:cNvPr>
          <p:cNvSpPr txBox="1"/>
          <p:nvPr/>
        </p:nvSpPr>
        <p:spPr>
          <a:xfrm>
            <a:off x="1782287" y="228123"/>
            <a:ext cx="86274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Project Objective &amp; Problem Statement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280928-667C-9DE4-A2CD-E32BDF5375AE}"/>
              </a:ext>
            </a:extLst>
          </p:cNvPr>
          <p:cNvSpPr txBox="1"/>
          <p:nvPr/>
        </p:nvSpPr>
        <p:spPr>
          <a:xfrm>
            <a:off x="914400" y="1582339"/>
            <a:ext cx="5864774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Challenge:</a:t>
            </a:r>
            <a:r>
              <a:rPr lang="en-US" sz="2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The bank is experiencing significant customer attrition (churn), impacting overall revenue and capital.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Objective: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To analyze a dataset of 10,000 customers to uncover the root causes of customer churn.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Approach: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Leveraging SQL for data profiling and Power BI for interactive visual analytics to identify high-risk segments.</a:t>
            </a:r>
          </a:p>
          <a:p>
            <a:pPr lvl="1"/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 Goal: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actionable, data-driven recommendations to reduce churn and improve customer loyalty</a:t>
            </a:r>
            <a:r>
              <a:rPr lang="en-US" dirty="0"/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C7334C5-73E5-9D7F-1F64-95C1C5C067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95351" y="0"/>
            <a:ext cx="1696649" cy="1049759"/>
          </a:xfrm>
          <a:prstGeom prst="rect">
            <a:avLst/>
          </a:prstGeom>
          <a:effectLst>
            <a:outerShdw blurRad="50800" dist="101600" dir="3000000" algn="tl" rotWithShape="0">
              <a:prstClr val="black">
                <a:alpha val="40000"/>
              </a:prstClr>
            </a:outerShdw>
          </a:effec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17F92CF-A163-01D9-0026-F40439647CAF}"/>
              </a:ext>
            </a:extLst>
          </p:cNvPr>
          <p:cNvSpPr txBox="1"/>
          <p:nvPr/>
        </p:nvSpPr>
        <p:spPr>
          <a:xfrm>
            <a:off x="7819696" y="1413063"/>
            <a:ext cx="418311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Business Problem: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 customer churn affecting revenue and retention.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12CA7-7D64-0C23-A322-CF0ACB170CAF}"/>
              </a:ext>
            </a:extLst>
          </p:cNvPr>
          <p:cNvSpPr txBox="1"/>
          <p:nvPr/>
        </p:nvSpPr>
        <p:spPr>
          <a:xfrm>
            <a:off x="7819694" y="3244332"/>
            <a:ext cx="418311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Objective: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Identify churn drivers and customer risk segments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D1806E3-7F37-54CA-2DA8-ED2A05EA2D3A}"/>
              </a:ext>
            </a:extLst>
          </p:cNvPr>
          <p:cNvSpPr txBox="1"/>
          <p:nvPr/>
        </p:nvSpPr>
        <p:spPr>
          <a:xfrm>
            <a:off x="7819693" y="5075601"/>
            <a:ext cx="4183117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Approach:</a:t>
            </a:r>
          </a:p>
          <a:p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SQL + Power BI analytics</a:t>
            </a:r>
          </a:p>
        </p:txBody>
      </p:sp>
    </p:spTree>
    <p:extLst>
      <p:ext uri="{BB962C8B-B14F-4D97-AF65-F5344CB8AC3E}">
        <p14:creationId xmlns:p14="http://schemas.microsoft.com/office/powerpoint/2010/main" val="2312845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1F7887E-340E-1699-D0F8-527D33D381C6}"/>
              </a:ext>
            </a:extLst>
          </p:cNvPr>
          <p:cNvSpPr txBox="1"/>
          <p:nvPr/>
        </p:nvSpPr>
        <p:spPr>
          <a:xfrm>
            <a:off x="2123087" y="259783"/>
            <a:ext cx="7945821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Data Overview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D0503005-32EF-9A51-F393-08A9D5E863D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62536782"/>
              </p:ext>
            </p:extLst>
          </p:nvPr>
        </p:nvGraphicFramePr>
        <p:xfrm>
          <a:off x="2123087" y="1701099"/>
          <a:ext cx="7945821" cy="1859280"/>
        </p:xfrm>
        <a:graphic>
          <a:graphicData uri="http://schemas.openxmlformats.org/drawingml/2006/table">
            <a:tbl>
              <a:tblPr/>
              <a:tblGrid>
                <a:gridCol w="3975929">
                  <a:extLst>
                    <a:ext uri="{9D8B030D-6E8A-4147-A177-3AD203B41FA5}">
                      <a16:colId xmlns:a16="http://schemas.microsoft.com/office/drawing/2014/main" val="3016710907"/>
                    </a:ext>
                  </a:extLst>
                </a:gridCol>
                <a:gridCol w="3969892">
                  <a:extLst>
                    <a:ext uri="{9D8B030D-6E8A-4147-A177-3AD203B41FA5}">
                      <a16:colId xmlns:a16="http://schemas.microsoft.com/office/drawing/2014/main" val="175225696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Metric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sz="20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84053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Customers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10,000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5631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Tables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6–7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3544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Features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Demographics + Transactions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60816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Tools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IN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SQL, Power BI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076375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980078FB-5632-CA2E-AB63-31AF483BACED}"/>
              </a:ext>
            </a:extLst>
          </p:cNvPr>
          <p:cNvSpPr txBox="1"/>
          <p:nvPr/>
        </p:nvSpPr>
        <p:spPr>
          <a:xfrm>
            <a:off x="3862548" y="4355365"/>
            <a:ext cx="446689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 dirty="0">
                <a:latin typeface="Arial" panose="020B0604020202020204" pitchFamily="34" charset="0"/>
                <a:cs typeface="Arial" panose="020B0604020202020204" pitchFamily="34" charset="0"/>
              </a:rPr>
              <a:t>Tables Used: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Bank_Churn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CustomerInfo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Geography</a:t>
            </a:r>
          </a:p>
          <a:p>
            <a:pPr marL="2114550" lvl="4" indent="-285750">
              <a:buFont typeface="Arial" panose="020B0604020202020204" pitchFamily="34" charset="0"/>
              <a:buChar char="•"/>
            </a:pP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ExitCustomer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45039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3CC0C4E4-C78D-4551-C2A0-BA538C8B2E76}"/>
              </a:ext>
            </a:extLst>
          </p:cNvPr>
          <p:cNvSpPr txBox="1"/>
          <p:nvPr/>
        </p:nvSpPr>
        <p:spPr>
          <a:xfrm>
            <a:off x="3048000" y="156921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Customer Demographics tab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A9741DB-AED2-5D1C-DA81-3D781DA9B7DA}"/>
              </a:ext>
            </a:extLst>
          </p:cNvPr>
          <p:cNvSpPr txBox="1"/>
          <p:nvPr/>
        </p:nvSpPr>
        <p:spPr>
          <a:xfrm>
            <a:off x="1250732" y="1813173"/>
            <a:ext cx="2795750" cy="32316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Majority customers belong to 31–50 age group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France has highest customer concentration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Germany records highest average salary.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25400236-7151-FAE8-EB1A-69C832A9E1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1076" y="1102543"/>
            <a:ext cx="7704222" cy="4652913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6360663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7411A8-4765-D790-5D96-185B6010C5B4}"/>
              </a:ext>
            </a:extLst>
          </p:cNvPr>
          <p:cNvSpPr txBox="1"/>
          <p:nvPr/>
        </p:nvSpPr>
        <p:spPr>
          <a:xfrm>
            <a:off x="3048000" y="65090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Gender Distribution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90561BE-7D07-5863-69ED-4C625B01559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325" t="2537" r="1542" b="3492"/>
          <a:stretch>
            <a:fillRect/>
          </a:stretch>
        </p:blipFill>
        <p:spPr>
          <a:xfrm>
            <a:off x="1650126" y="2305570"/>
            <a:ext cx="3710151" cy="258554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787D428-C785-17D1-9655-0D0A642DD0C4}"/>
              </a:ext>
            </a:extLst>
          </p:cNvPr>
          <p:cNvSpPr txBox="1"/>
          <p:nvPr/>
        </p:nvSpPr>
        <p:spPr>
          <a:xfrm>
            <a:off x="6831725" y="2690336"/>
            <a:ext cx="3710149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Male customers slightly dominate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Distribution remains relatively balanced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356362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BD91FEB2-86EC-AEA7-7A71-44F75085AD95}"/>
              </a:ext>
            </a:extLst>
          </p:cNvPr>
          <p:cNvSpPr txBox="1"/>
          <p:nvPr/>
        </p:nvSpPr>
        <p:spPr>
          <a:xfrm>
            <a:off x="3048000" y="6614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Age Bucket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BFFE2D3-AB05-08EA-DD38-42AF133643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1098" y="1966441"/>
            <a:ext cx="4281398" cy="292511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8A664BCD-FA8B-BBA6-D3E5-6BB4BC4DFB1E}"/>
              </a:ext>
            </a:extLst>
          </p:cNvPr>
          <p:cNvSpPr txBox="1"/>
          <p:nvPr/>
        </p:nvSpPr>
        <p:spPr>
          <a:xfrm>
            <a:off x="1019504" y="2828835"/>
            <a:ext cx="428139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31–50 segment dominates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Senior customers form smaller but riskier group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53039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9A794B9-7C6B-D399-C9CC-634F62DB7B86}"/>
              </a:ext>
            </a:extLst>
          </p:cNvPr>
          <p:cNvSpPr txBox="1"/>
          <p:nvPr/>
        </p:nvSpPr>
        <p:spPr>
          <a:xfrm>
            <a:off x="3048000" y="67192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Geography Analysis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274D7D-A554-648F-1872-E8E7F94CB46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517"/>
          <a:stretch>
            <a:fillRect/>
          </a:stretch>
        </p:blipFill>
        <p:spPr>
          <a:xfrm>
            <a:off x="1751412" y="1975370"/>
            <a:ext cx="4039788" cy="290725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6C3581F-9AF9-D2F8-B684-98775D52345C}"/>
              </a:ext>
            </a:extLst>
          </p:cNvPr>
          <p:cNvSpPr txBox="1"/>
          <p:nvPr/>
        </p:nvSpPr>
        <p:spPr>
          <a:xfrm>
            <a:off x="6400802" y="2828834"/>
            <a:ext cx="403978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France largest customer base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Germany smaller but higher-risk market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178419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7C45724-DA09-CD88-A454-29D722921401}"/>
              </a:ext>
            </a:extLst>
          </p:cNvPr>
          <p:cNvSpPr txBox="1"/>
          <p:nvPr/>
        </p:nvSpPr>
        <p:spPr>
          <a:xfrm>
            <a:off x="3048000" y="13589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Product Engagement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690CC2-2036-BFAE-70B7-8E9DAA99DD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3912" y="1141681"/>
            <a:ext cx="8164176" cy="457463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6670442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C5EA99-40A0-4792-614E-801595F41D99}"/>
              </a:ext>
            </a:extLst>
          </p:cNvPr>
          <p:cNvSpPr txBox="1"/>
          <p:nvPr/>
        </p:nvSpPr>
        <p:spPr>
          <a:xfrm>
            <a:off x="3048000" y="26202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Product Holding Distribution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A63E4C-FA68-FF7D-E848-4C2BF47001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18527" y="1639702"/>
            <a:ext cx="4055182" cy="3578594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7A0F19B-F385-8B6E-953B-E64FEBA6B883}"/>
              </a:ext>
            </a:extLst>
          </p:cNvPr>
          <p:cNvSpPr txBox="1"/>
          <p:nvPr/>
        </p:nvSpPr>
        <p:spPr>
          <a:xfrm>
            <a:off x="1218293" y="2828834"/>
            <a:ext cx="4055181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Most customers own 1–2 products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Higher product ownership linked with engagement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531687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91BD1DF-9C70-671C-1C60-0CD341E48986}"/>
              </a:ext>
            </a:extLst>
          </p:cNvPr>
          <p:cNvSpPr txBox="1"/>
          <p:nvPr/>
        </p:nvSpPr>
        <p:spPr>
          <a:xfrm>
            <a:off x="3048000" y="27253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Active vs Inactive Customers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D340A4-6793-1478-5288-EA48EF22A3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33393" y="1821040"/>
            <a:ext cx="4069433" cy="321591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75B6A656-C5DA-28D6-5BFD-895B6232459E}"/>
              </a:ext>
            </a:extLst>
          </p:cNvPr>
          <p:cNvSpPr txBox="1"/>
          <p:nvPr/>
        </p:nvSpPr>
        <p:spPr>
          <a:xfrm>
            <a:off x="6957847" y="2828834"/>
            <a:ext cx="406943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Active members show stronger engagement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Inactive users represent risk group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71508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C849199-6A8B-8719-81E4-B9BF6741FE33}"/>
              </a:ext>
            </a:extLst>
          </p:cNvPr>
          <p:cNvSpPr txBox="1"/>
          <p:nvPr/>
        </p:nvSpPr>
        <p:spPr>
          <a:xfrm>
            <a:off x="3048000" y="15405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Churn Analysis tab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3B1A7A9-DDBD-AE4B-64B2-E5121EE364A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3619" y="1074709"/>
            <a:ext cx="8384762" cy="470858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8114641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12056D0-2697-FD99-7480-CF60B3E9915A}"/>
              </a:ext>
            </a:extLst>
          </p:cNvPr>
          <p:cNvSpPr txBox="1"/>
          <p:nvPr/>
        </p:nvSpPr>
        <p:spPr>
          <a:xfrm>
            <a:off x="1733265" y="286183"/>
            <a:ext cx="914399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0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  <a:cs typeface="Arial" panose="020B0604020202020204" pitchFamily="34" charset="0"/>
              </a:rPr>
              <a:t>Geographical Churn Analysis</a:t>
            </a:r>
            <a:endParaRPr lang="en-IN" sz="40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  <a:cs typeface="Arial" panose="020B0604020202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51A9DB8-78F4-A88A-D32D-2DD0DE9AB5DE}"/>
              </a:ext>
            </a:extLst>
          </p:cNvPr>
          <p:cNvSpPr txBox="1"/>
          <p:nvPr/>
        </p:nvSpPr>
        <p:spPr>
          <a:xfrm>
            <a:off x="1733264" y="2690335"/>
            <a:ext cx="398436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Germany shows highest churn counts</a:t>
            </a:r>
          </a:p>
          <a:p>
            <a:pPr marL="1257300" lvl="2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France demonstrates stronger retention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57537F3-3FFF-0889-E3C0-49B64645B7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4374" y="1988707"/>
            <a:ext cx="3984361" cy="2880585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3840385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09013D2-5AE8-E232-7DD6-A3AEDC488A5C}"/>
              </a:ext>
            </a:extLst>
          </p:cNvPr>
          <p:cNvSpPr txBox="1"/>
          <p:nvPr/>
        </p:nvSpPr>
        <p:spPr>
          <a:xfrm>
            <a:off x="2001671" y="372828"/>
            <a:ext cx="8188657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Churn by Gender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2F17BE-CB9E-2DCC-C188-F27B587D2085}"/>
              </a:ext>
            </a:extLst>
          </p:cNvPr>
          <p:cNvSpPr txBox="1"/>
          <p:nvPr/>
        </p:nvSpPr>
        <p:spPr>
          <a:xfrm>
            <a:off x="6427954" y="2690335"/>
            <a:ext cx="376237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Female customers show slightly higher churn counts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Gender differences exist but are moderate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84FC9EF-2284-B090-EFE2-D01D74888F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01671" y="1920160"/>
            <a:ext cx="3762374" cy="30176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0397707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08F6397-783A-76FA-E8D9-8585997E470C}"/>
              </a:ext>
            </a:extLst>
          </p:cNvPr>
          <p:cNvSpPr txBox="1"/>
          <p:nvPr/>
        </p:nvSpPr>
        <p:spPr>
          <a:xfrm>
            <a:off x="2292538" y="451304"/>
            <a:ext cx="795664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2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Customer Tenure Analysis</a:t>
            </a:r>
            <a:endParaRPr lang="en-IN" sz="3200" b="1" dirty="0">
              <a:solidFill>
                <a:schemeClr val="accent1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 Narrow" panose="020B060602020203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254CB9C-FD87-CDEE-76BD-4F0689453EB3}"/>
              </a:ext>
            </a:extLst>
          </p:cNvPr>
          <p:cNvSpPr txBox="1"/>
          <p:nvPr/>
        </p:nvSpPr>
        <p:spPr>
          <a:xfrm>
            <a:off x="1639614" y="2690335"/>
            <a:ext cx="369161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Churn persists across tenure groups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Lower tenure groups show elevated risk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A2F7AD5-EEDD-2F2F-3BC6-879452FC0B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0770" y="1725960"/>
            <a:ext cx="3691616" cy="3406077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6305371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3FBAEA3-7242-AFD5-78D8-EE1C07CD06C1}"/>
              </a:ext>
            </a:extLst>
          </p:cNvPr>
          <p:cNvSpPr txBox="1"/>
          <p:nvPr/>
        </p:nvSpPr>
        <p:spPr>
          <a:xfrm>
            <a:off x="3048000" y="26727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Financial Attribute Analysis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E9D9DD4-27C0-C88B-FC6C-090E0FB3CA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97500" y="1741860"/>
            <a:ext cx="3646556" cy="3374279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8F82652-9860-B445-4879-B6C45F7B4018}"/>
              </a:ext>
            </a:extLst>
          </p:cNvPr>
          <p:cNvSpPr txBox="1"/>
          <p:nvPr/>
        </p:nvSpPr>
        <p:spPr>
          <a:xfrm>
            <a:off x="6831722" y="1951671"/>
            <a:ext cx="3362778" cy="29546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Key Insights: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Credit score difference is relatively small.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Financial attributes alone do not explain churn.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engagement factors are more influential.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659203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93788CD-3FE0-910B-E777-C67400DDF52A}"/>
              </a:ext>
            </a:extLst>
          </p:cNvPr>
          <p:cNvSpPr txBox="1"/>
          <p:nvPr/>
        </p:nvSpPr>
        <p:spPr>
          <a:xfrm>
            <a:off x="3048000" y="335596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Project Conclusion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440A80D-BA00-0B71-829B-86BB68993AA0}"/>
              </a:ext>
            </a:extLst>
          </p:cNvPr>
          <p:cNvSpPr txBox="1"/>
          <p:nvPr/>
        </p:nvSpPr>
        <p:spPr>
          <a:xfrm>
            <a:off x="3048000" y="1859339"/>
            <a:ext cx="6096000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Overall churn rate is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20.37%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Germany shows highest churn risk.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Inactive customers are more likely to churn.</a:t>
            </a: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Customers aged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50+ require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targeted retention strategies.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Product engagement improves customer retention.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6497502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F83983C-A533-BDC2-17D4-D8B7FB53C96F}"/>
              </a:ext>
            </a:extLst>
          </p:cNvPr>
          <p:cNvSpPr txBox="1"/>
          <p:nvPr/>
        </p:nvSpPr>
        <p:spPr>
          <a:xfrm>
            <a:off x="3048000" y="55631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Recommendations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760B1AB-B1D4-668B-FCBF-35318CDB7293}"/>
              </a:ext>
            </a:extLst>
          </p:cNvPr>
          <p:cNvSpPr txBox="1"/>
          <p:nvPr/>
        </p:nvSpPr>
        <p:spPr>
          <a:xfrm>
            <a:off x="3048000" y="1720840"/>
            <a:ext cx="6096000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Launch targeted retention campaigns for senior customers.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Increase engagement of inactive members through rewards and offers.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Improve loyalty programs and credit card benefits.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Focus retention efforts on high-risk regions such as Germany.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Monitor churn KPIs through Power BI dashboards.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888487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586A2E4-012B-60D6-ED98-B4220DF513C4}"/>
              </a:ext>
            </a:extLst>
          </p:cNvPr>
          <p:cNvSpPr txBox="1"/>
          <p:nvPr/>
        </p:nvSpPr>
        <p:spPr>
          <a:xfrm>
            <a:off x="1777017" y="52497"/>
            <a:ext cx="863796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ptos Narrow" panose="020B0004020202020204" pitchFamily="34" charset="0"/>
              </a:rPr>
              <a:t>Dashboard Summary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48E5772-0E7C-167D-0C75-2E11E489676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2261" y="1384831"/>
            <a:ext cx="8129105" cy="50371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D95F1F8-BCC8-81C9-79BF-AE3D043D1B79}"/>
              </a:ext>
            </a:extLst>
          </p:cNvPr>
          <p:cNvSpPr txBox="1"/>
          <p:nvPr/>
        </p:nvSpPr>
        <p:spPr>
          <a:xfrm>
            <a:off x="1304050" y="810997"/>
            <a:ext cx="616880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TAB 1:-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 Customer Demographics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519621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978355-2943-18B3-C2C8-1E8157A9A5B8}"/>
              </a:ext>
            </a:extLst>
          </p:cNvPr>
          <p:cNvSpPr txBox="1"/>
          <p:nvPr/>
        </p:nvSpPr>
        <p:spPr>
          <a:xfrm>
            <a:off x="1849103" y="301696"/>
            <a:ext cx="52033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TAB 2:-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Product Engagement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EAFE4B-3C1B-6B80-2B65-A660226925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3199" y="1009828"/>
            <a:ext cx="8675651" cy="5012600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40588498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055AAC9-51EB-0D19-8757-781E2F60E2B7}"/>
              </a:ext>
            </a:extLst>
          </p:cNvPr>
          <p:cNvSpPr txBox="1"/>
          <p:nvPr/>
        </p:nvSpPr>
        <p:spPr>
          <a:xfrm>
            <a:off x="1714142" y="322118"/>
            <a:ext cx="41296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latin typeface="Arial" panose="020B0604020202020204" pitchFamily="34" charset="0"/>
                <a:cs typeface="Arial" panose="020B0604020202020204" pitchFamily="34" charset="0"/>
              </a:rPr>
              <a:t>TAB 3:-</a:t>
            </a: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 Churn Analysis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B8566DD-03B3-D66C-BDF8-2F7148899D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40971" y="1334661"/>
            <a:ext cx="9248259" cy="5201221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4189342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2245582-3D68-D5B6-7212-1BDCE8A45DCD}"/>
              </a:ext>
            </a:extLst>
          </p:cNvPr>
          <p:cNvSpPr txBox="1"/>
          <p:nvPr/>
        </p:nvSpPr>
        <p:spPr>
          <a:xfrm>
            <a:off x="2574877" y="158320"/>
            <a:ext cx="704224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600" b="1" dirty="0">
                <a:solidFill>
                  <a:schemeClr val="accent1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Narrow" panose="020B0606020202030204" pitchFamily="34" charset="0"/>
              </a:rPr>
              <a:t>Executive Summary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9503FE-7832-BDD8-E4C8-59DAAE85F4EF}"/>
              </a:ext>
            </a:extLst>
          </p:cNvPr>
          <p:cNvSpPr txBox="1"/>
          <p:nvPr/>
        </p:nvSpPr>
        <p:spPr>
          <a:xfrm>
            <a:off x="8860221" y="1443841"/>
            <a:ext cx="320030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 churn rate stands at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20.37%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Germany represents the highest churn-risk region.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Customers aged </a:t>
            </a: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50+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inactive members require targeted retention efforts.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Product engagement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positively impacts customer retention.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b="1" dirty="0">
                <a:latin typeface="Arial" panose="020B0604020202020204" pitchFamily="34" charset="0"/>
                <a:cs typeface="Arial" panose="020B0604020202020204" pitchFamily="34" charset="0"/>
              </a:rPr>
              <a:t>Power BI dashboards 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provide actionable insights for monitoring churn and customer behavior.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176F45A-7330-AA27-A5CE-F14E0F1E89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6851" y="1600912"/>
            <a:ext cx="7042246" cy="3656176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18447042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BDFA094A-C609-34EB-6548-F78B2354021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946" t="8095" r="29450" b="15884"/>
          <a:stretch>
            <a:fillRect/>
          </a:stretch>
        </p:blipFill>
        <p:spPr>
          <a:xfrm>
            <a:off x="4123690" y="1466454"/>
            <a:ext cx="3944620" cy="3925092"/>
          </a:xfrm>
          <a:prstGeom prst="rect">
            <a:avLst/>
          </a:prstGeom>
          <a:effectLst>
            <a:outerShdw blurRad="88900" dist="63500" dir="10200000" sx="102000" sy="102000" algn="t" rotWithShape="0">
              <a:prstClr val="black">
                <a:alpha val="38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63976580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allax" id="{3388167B-A2EB-4685-9635-1831D9AEF8C4}" vid="{4F7A876A-7598-49CA-AFC8-8EDA2551E4A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369</TotalTime>
  <Words>484</Words>
  <Application>Microsoft Office PowerPoint</Application>
  <PresentationFormat>Widescreen</PresentationFormat>
  <Paragraphs>119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8" baseType="lpstr">
      <vt:lpstr>Algerian</vt:lpstr>
      <vt:lpstr>Aptos Narrow</vt:lpstr>
      <vt:lpstr>Arial</vt:lpstr>
      <vt:lpstr>Arial Narrow</vt:lpstr>
      <vt:lpstr>Corbel</vt:lpstr>
      <vt:lpstr>Parallax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Chandni Kalchuri</dc:creator>
  <cp:lastModifiedBy>Chandni Kalchuri</cp:lastModifiedBy>
  <cp:revision>2</cp:revision>
  <dcterms:created xsi:type="dcterms:W3CDTF">2026-05-16T13:32:32Z</dcterms:created>
  <dcterms:modified xsi:type="dcterms:W3CDTF">2026-06-09T06:25:39Z</dcterms:modified>
</cp:coreProperties>
</file>